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96a96c5cde245c8" /><Relationship Type="http://schemas.openxmlformats.org/officeDocument/2006/relationships/extended-properties" Target="/docProps/app.xml" Id="R8bf6ba1027954f57" /><Relationship Type="http://schemas.openxmlformats.org/officeDocument/2006/relationships/officeDocument" Target="/ppt/presentation.xml" Id="R51ecae892c7f432a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75d7d5dfe594428"/>
  </p:sldMasterIdLst>
  <p:notesMasterIdLst>
    <p:notesMasterId xmlns:r="http://schemas.openxmlformats.org/officeDocument/2006/relationships" r:id="R46bb1dadba984060"/>
  </p:notesMasterIdLst>
  <p:sldIdLst>
    <p:sldId xmlns:r="http://schemas.openxmlformats.org/officeDocument/2006/relationships" id="256" r:id="R56bcee4f093e41d9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257c3c58a3904066" /><Relationship Type="http://schemas.openxmlformats.org/officeDocument/2006/relationships/slideMaster" Target="/ppt/slideMasters/slideMaster1.xml" Id="Rc75d7d5dfe594428" /><Relationship Type="http://schemas.openxmlformats.org/officeDocument/2006/relationships/notesMaster" Target="/ppt/notesMasters/notesMaster1.xml" Id="R46bb1dadba984060" /><Relationship Type="http://schemas.openxmlformats.org/officeDocument/2006/relationships/presProps" Target="/ppt/presProps.xml" Id="Rb4e253a8ffef4ff0" /><Relationship Type="http://schemas.openxmlformats.org/officeDocument/2006/relationships/tableStyles" Target="/ppt/tableStyles.xml" Id="R0eb33b9d91424cca" /><Relationship Type="http://schemas.openxmlformats.org/officeDocument/2006/relationships/slide" Target="/ppt/slides/slide1.xml" Id="R56bcee4f093e41d9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292d47b6dc664bd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565d5136d974720" /><Relationship Type="http://schemas.openxmlformats.org/officeDocument/2006/relationships/notesMaster" Target="/ppt/notesMasters/notesMaster1.xml" Id="R474b47acdcdf4ba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0570fc376364372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3b2208113cc24dfa" /><Relationship Type="http://schemas.openxmlformats.org/officeDocument/2006/relationships/slideLayout" Target="/ppt/slideLayouts/slideLayout1.xml" Id="R355682c1a406418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55682c1a406418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ae15c826804669" /><Relationship Type="http://schemas.openxmlformats.org/officeDocument/2006/relationships/notesSlide" Target="/ppt/notesSlides/notesSlide1.xml" Id="Rc05598cb93f5426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BD666CC-3241-4A36-8CA3-2E0B2BB173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952500"/>
            <a:ext cx="5715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9525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11111"/>
                </a:solidFill>
              </a:defRPr>
            </a:pPr>
            <a:r>
              <a:rPr sz="3300" b="1">
                <a:solidFill>
                  <a:srgbClr val="111111"/>
                </a:solidFill>
              </a:rPr>
              <a:t>Test deck</a:t>
            </a:r>
          </a:p>
        </p:txBody>
      </p:sp>
    </p:spTree>
    <p:extLst>
      <p:ext uri="{BB962C8B-B14F-4D97-AF65-F5344CB8AC3E}">
        <p14:creationId xmlns:p14="http://schemas.microsoft.com/office/powerpoint/2010/main" val="182369751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2026-06-28T12:45:23.2360000Z</dcterms:created>
  <dcterms:modified xsi:type="dcterms:W3CDTF">2026-06-28T12:45:23.2360000Z</dcterms:modified>
</coreProperties>
</file>