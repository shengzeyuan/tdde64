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射门数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英格兰</c:v>
                  </c:pt>
                  <c:pt idx="1">
                    <c:v>西班牙</c:v>
                  </c:pt>
                  <c:pt idx="2">
                    <c:v>意大利</c:v>
                  </c:pt>
                  <c:pt idx="3">
                    <c:v>德国</c:v>
                  </c:pt>
                  <c:pt idx="4">
                    <c:v>法国</c:v>
                  </c:pt>
                  <c:pt idx="5">
                    <c:v>世界杯</c:v>
                  </c:pt>
                  <c:pt idx="6">
                    <c:v>欧洲杯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8800</c:v>
                </c:pt>
                <c:pt idx="1">
                  <c:v>8428</c:v>
                </c:pt>
                <c:pt idx="2">
                  <c:v>9215</c:v>
                </c:pt>
                <c:pt idx="3">
                  <c:v>7181</c:v>
                </c:pt>
                <c:pt idx="4">
                  <c:v>8841</c:v>
                </c:pt>
                <c:pt idx="5">
                  <c:v>1501</c:v>
                </c:pt>
                <c:pt idx="6">
                  <c:v>1280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增益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头球/身体部位</c:v>
                  </c:pt>
                  <c:pt idx="1">
                    <c:v>射门角度</c:v>
                  </c:pt>
                  <c:pt idx="2">
                    <c:v>脚部射门</c:v>
                  </c:pt>
                  <c:pt idx="3">
                    <c:v>射门距离</c:v>
                  </c:pt>
                  <c:pt idx="4">
                    <c:v>任意球</c:v>
                  </c:pt>
                  <c:pt idx="5">
                    <c:v>比分差</c:v>
                  </c:pt>
                  <c:pt idx="6">
                    <c:v>x 坐标</c:v>
                  </c:pt>
                  <c:pt idx="7">
                    <c:v>比赛分钟</c:v>
                  </c:pt>
                  <c:pt idx="8">
                    <c:v>y 坐标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16.71</c:v>
                </c:pt>
                <c:pt idx="1">
                  <c:v>9.89</c:v>
                </c:pt>
                <c:pt idx="2">
                  <c:v>9.56</c:v>
                </c:pt>
                <c:pt idx="3">
                  <c:v>9.04</c:v>
                </c:pt>
                <c:pt idx="4">
                  <c:v>4.22</c:v>
                </c:pt>
                <c:pt idx="5">
                  <c:v>2.69</c:v>
                </c:pt>
                <c:pt idx="6">
                  <c:v>2.51</c:v>
                </c:pt>
                <c:pt idx="7">
                  <c:v>2.44</c:v>
                </c:pt>
                <c:pt idx="8">
                  <c:v>2.14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Wyscout 公开事件数据的射门质量预测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5720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916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可复现的 ML 流水线：提取射门、构造 xG 特征，并比较逻辑回归与 XGBoost。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3383280" cy="269748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45,246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8379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射门样本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32120" y="2148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24780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赛事数量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0" y="2788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3118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 AUC-ROC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问题定义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任务不是预测比赛胜负，而是预测单次射门转化为进球的概率。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分析单位：一次射门事件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输入：位置、几何特征、身体部位、任意球、比赛时间、比分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输出：进球概率，即 xG 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57800" y="1051560"/>
            <a:ext cx="3474720" cy="23317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4068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P(进球 | 射门特征)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射门质量的概率模型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数据与代码流水线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1605686" cy="1600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84632" y="1344168"/>
            <a:ext cx="1459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581912"/>
            <a:ext cx="145938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Wyscout 公开 JSON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90318" y="1051560"/>
            <a:ext cx="1605686" cy="1600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3470" y="11430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63470" y="1344168"/>
            <a:ext cx="1459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63470" y="1581912"/>
            <a:ext cx="145938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筛选射门，剔除点球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69157" y="1051560"/>
            <a:ext cx="1605686" cy="1600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2309" y="11430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2309" y="1344168"/>
            <a:ext cx="1459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特征工程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2309" y="1581912"/>
            <a:ext cx="145938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距离、角度、身体部位等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7995" y="1051560"/>
            <a:ext cx="1605686" cy="1600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1147" y="11430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21147" y="1344168"/>
            <a:ext cx="1459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21147" y="1581912"/>
            <a:ext cx="145938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&amp; XGBoost × 3 策略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26834" y="1051560"/>
            <a:ext cx="1605686" cy="1600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9986" y="11430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99986" y="1344168"/>
            <a:ext cx="1459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99986" y="1581912"/>
            <a:ext cx="145938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指标、ROC、特征重要性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880360"/>
            <a:ext cx="8321040" cy="438912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935224"/>
            <a:ext cx="8101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关键设计：score_diff 在射门结果之前记录，避免目标泄漏。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数据集概览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41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45,246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271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过滤后射门数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926080" y="9418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12710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整体进球率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0" y="941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1271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训练/验证/测试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各赛事射门数量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1480" y="1828800"/>
          <a:ext cx="39776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617720" y="1600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各赛事进球率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828800"/>
          <a:ext cx="4114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赛事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进球率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英格兰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西班牙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意大利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德国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世界杯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欧洲杯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在三种类别不平衡策略下，比较两类模型。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700528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44168"/>
            <a:ext cx="2481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581912"/>
            <a:ext cx="320040" cy="228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73352"/>
            <a:ext cx="2481072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逻辑回归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1736" y="1234440"/>
            <a:ext cx="2700528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1464" y="1344168"/>
            <a:ext cx="2481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不平衡处理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1464" y="1581912"/>
            <a:ext cx="320040" cy="228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1464" y="1673352"/>
            <a:ext cx="2481072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类别权重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1992" y="1234440"/>
            <a:ext cx="2700528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1720" y="1344168"/>
            <a:ext cx="2481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1720" y="1581912"/>
            <a:ext cx="320040" cy="228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1720" y="1673352"/>
            <a:ext cx="2481072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· AUC-PR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灵敏度 · 特异度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832104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35224"/>
            <a:ext cx="8101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为何按比赛分组？同一场比赛的射门不会跨训练/测试集，更贴近真实预测场景。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52578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77240"/>
                <a:gridCol w="566928"/>
                <a:gridCol w="658368"/>
                <a:gridCol w="502920"/>
                <a:gridCol w="658368"/>
                <a:gridCol w="65836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灵敏度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特异度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逻辑回归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逻辑回归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类别权重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逻辑回归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类别权重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960120"/>
            <a:ext cx="2834640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51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3258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逻辑回归在 AUC-ROC 上略优于 XGBoost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类别权重 / SMOTE 提升召回，但降低特异度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在基础 xG 特征下，更复杂模型未必更好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337560"/>
            <a:ext cx="8321040" cy="384048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3392424"/>
            <a:ext cx="8101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 AUC-ROC：逻辑回归 + 类别权重 = 0.771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模型学到了什么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特征增益（前 9）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05156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051560"/>
            <a:ext cx="3977640" cy="25146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417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射门类型与几何特征占主导信号</a:t>
            </a:r>
            <a:endParaRPr lang="en-US" sz="9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头球/身体部位是增益最高的特征</a:t>
            </a:r>
            <a:endParaRPr lang="en-US" sz="9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角度与距离符合足球直觉中的核心 xG 变量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预期进球（xG）建模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291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总结与后续工作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流水线成功将原始事件日志转化为可复现的射门质量模型。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91940" cy="2148840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35608"/>
            <a:ext cx="38724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当前结论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737360"/>
            <a:ext cx="38724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基础几何特征已解释大部分可测信号</a:t>
            </a:r>
            <a:endParaRPr lang="en-US" sz="9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未明显超越线性基线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0580" y="1325880"/>
            <a:ext cx="4091940" cy="2148840"/>
          </a:xfrm>
          <a:prstGeom prst="rect">
            <a:avLst/>
          </a:prstGeom>
          <a:solidFill>
            <a:srgbClr val="EAF2F8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0308" y="1435608"/>
            <a:ext cx="38724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后续方向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0308" y="1737360"/>
            <a:ext cx="38724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概率校准：Brier 分数与可靠性曲线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在验证集上进行超参数调优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丰富上下文：防守压力、助攻类型、门将位置、射门前序列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4773168"/>
            <a:ext cx="8321040" cy="7315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280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项目 · TDDE64 体育数据分析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001000" y="4828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预期进球（xG）建模项目汇报</dc:title>
  <dc:subject>TDDE64 Sports Analytics</dc:subject>
  <dc:creator>Zeyuan Sheng</dc:creator>
  <cp:lastModifiedBy>Zeyuan Sheng</cp:lastModifiedBy>
  <cp:revision>1</cp:revision>
  <dcterms:created xsi:type="dcterms:W3CDTF">2026-06-28T13:18:21Z</dcterms:created>
  <dcterms:modified xsi:type="dcterms:W3CDTF">2026-06-28T13:18:21Z</dcterms:modified>
</cp:coreProperties>
</file>